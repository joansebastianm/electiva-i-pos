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Hoy presento EMBRIAGADOS CRUD, un sistema web universitario con arquitectura por capas. El objetivo es mostrar cómo el código está organizado en presentación, aplicación, acceso a datos y persistencia, y cómo esa organización se refleja en una venta real con control de inventario.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era la funcionalidad, sino la mezcla de responsabilidades. La ruta sabía de HTTP, de validaciones y de SQL al mismo tiempo. La decisión fue separar esas responsabilidades en capas para que cada cambio tenga un lugar claro.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vista completa. La capa 1 muestra la interfaz; la capa 2 recibe HTTP y aplica reglas; la capa 3 encapsula el acceso a datos; la capa 4 guarda en SQLite. Cada flecha representa una dependencia controlada: la presentación llama a la API, la aplicación llama a repositorios y los repositorios ejecutan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 de presentación es lo que ve el usuario. React organiza la interfaz en vistas y componentes. api.js es el único punto que conoce las rutas HTTP del backend. La capa no sabe cómo se guardan los datos; solo muestra información y envía acciones.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 de aplicación recibe la petición. La ruta no implementa reglas: delega en un servicio. SaleService valida la venta, calcula el total y coordina la transacción. InventoryService se encarga de verificar, descontar y restaurar el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Repository es la pieza que separa la lógica de negocio del SQL. Repository.js define el contrato; SqliteRepository.js implementa el CRUD común; cada repositorio concreto agrega consultas propias, como el JOIN de productos con categorías o el de ventas con productos.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persistencia es SQLite. db.js define las tablas y las relaciones. Las claves foráneas protegen la integridad: una venta siempre apunta a un producto. El modo WAL mejora el comportamiento de lectura y escritura. Y las transacciones garantizan que una venta y su descuento de stock se guarden juntos o no se guarde ninguno.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corazón de la presentación. La venta no es solo un INSERT: también hay que validar stock, calcular el total y descontar inventario. Todo ocurre dentro de una transacción. Si una parte falla, SQLite revierte el conjunto. Al eliminar la venta, el proceso inverso restaura el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Repository no es solo una moda: reduce el acoplamiento. Si mañana cambia una consulta, se modifica un repositorio. Si se quiere probar la lógica, se simula el repositorio. Y si se cambia el motor de base de datos, los servicios permanecen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no solo verifican el CRUD. También validan el comportamiento del inventario: que la venta descuente stock, que eliminarla lo restaure y que una venta inválida no altere nada. Las pruebas usan una base en memoria para no tocar la base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la demo: primero levantar el backend, luego el frontend. Mostrar el health, un CRUD sencillo y una venta. Después ejecutar npm test para evidenciar las 14 pruebas en verde. En Windows están los scripts iniciar.bat y detener.bat.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la arquitectura por capas no es solo un dibujo. Se refleja en archivos concretos, en dependencias controladas y en pruebas que verifican el comportamiento. El patrón Repository y las transacciones son las decisiones que más aportan a la mantenibilidad y a la consistencia de los datos.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43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UNIVERSITARIO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por capas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Presentación, aplicación, acceso a datos y persistencia en un sistema CRUD completo.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379476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794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379476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794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Repository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379476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794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532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Joan Sebastian Mosquera Solis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806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 · 2026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resolvemos y cómo lo organizamos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2926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38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de partida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8346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rutas del backend concentraban validaciones, reglas de negocio y SQL. Eso funciona al inicio, pero dificulta el mantenimiento y las pruebas.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60520" y="17373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37360"/>
            <a:ext cx="73152" cy="2926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938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2423160"/>
            <a:ext cx="28346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el sistema en cuatro capas: presentación, aplicación, acceso a datos y persistencia. Cada capa tiene una responsabilidad clara.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0" y="17373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737360"/>
            <a:ext cx="73152" cy="2926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938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0" y="2423160"/>
            <a:ext cx="28346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delgadas, servicios con reglas de negocio, repositorios con todo el SQL y una base SQLite consistente y transaccional.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del curso: aplicar una arquitectura por capas y demostrar su funcionamiento con un CRUD completo.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capas, una responsabilidad por capa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72768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73152" cy="4114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72768"/>
            <a:ext cx="2560320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6367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4944" y="18196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395728"/>
            <a:ext cx="2231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Vistas: Productos, Categorías, Ingredientes, Clientes y Ventas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Componentes: Navbar, Tabla, Formulario y Modal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HTTP: api.js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useCrud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la interfaz y captura acciones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572768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572768"/>
            <a:ext cx="73152" cy="4114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572768"/>
            <a:ext cx="2560320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16367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29584" y="18196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47872" y="2395728"/>
            <a:ext cx="2231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con Node.js + Express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delgadas por entidad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por entidad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SaleService e InventoryService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y reglas de negocio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HTTP / JSON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572768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72768"/>
            <a:ext cx="73152" cy="4114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572768"/>
            <a:ext cx="2560320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367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64224" y="18196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82512" y="2395728"/>
            <a:ext cx="2231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Repository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Contrato: Repository.js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SqliteRepository.js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Repositorios concretos por entidad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SQL en un solo lugar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datos a los servicios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1572768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1572768"/>
            <a:ext cx="73152" cy="4114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1572768"/>
            <a:ext cx="2560320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98864" y="16367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98864" y="18196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17152" y="2395728"/>
            <a:ext cx="2231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con better-sqlite3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db.js: tablas, FK y seed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WAL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Tablas: Category, Product, Ingredient, Customer y Sale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y conserva los datos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788920" y="36393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JSON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94360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23560" y="36393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77824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458200" y="36393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888736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Flujo: Navegador → api.js → ruta Express → servicio → repositorio → SQLite → respuesta JSON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Presentación: la interfaz que usa el cliente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4297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como aplicación web SPA.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vista por entidad: Productos, Categorías, Ingredientes, Clientes y Ventas.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reutilizables: Navbar, Tabla, Formulario y Modal.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useCrud para listar, crear, editar y eliminar.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HTTP centralizado en api.js.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contiene SQL ni reglas de negocio del servidor.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73152" cy="4297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10512"/>
            <a:ext cx="4937760" cy="396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api.js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hooks/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useCrud.js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Navbar.jsx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Tabla.jsx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Formulario.jsx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Modal.jsx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Layout.jsx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pages/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Productos.jsx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Categorias.jsx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Ingredientes.jsx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Clientes.jsx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Ventas.jsx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Aplicación: HTTP, validaciones y reglas de negocio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4297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con Node.js + Express.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delgadas: solo traducen HTTP ↔ servicio.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por entidad y dos servicios clave: SaleService e InventoryService.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Validaciones, cálculo del total y control de stock.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centralizado de errores 400 y 404.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JSON al frontend.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73152" cy="4297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10512"/>
            <a:ext cx="4937760" cy="396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backend/routes/sales.js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router.post('/', (req, res, next)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sale = saleService.create(req.body);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res.status(201).json(sale);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(error)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next(error);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backend/services/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ProductService.js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CategoryService.js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IngredientService.js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CustomerService.js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SaleService.js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InventoryService.js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datos: el patrón Repository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4297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abstracto en Repository.js.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reutilizable en SqliteRepository.js.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repositorio concreto por entidad.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SQL vive en esta capa.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servicios no conocen SQLite.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pruebas y cambios de motor de base de datos.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73152" cy="4297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10512"/>
            <a:ext cx="4937760" cy="396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backend/repositories/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SqliteRepository.js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ProductRepository.js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CategoryRepository.js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IngredientRepository.js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CustomerRepository.js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SaleRepository.js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Repository.js (contrato)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findById(id)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create(data)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update(id, data)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delete(id)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Persistencia: SQLite y transacciones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4297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con better-sqlite3.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db.js crea tablas, claves foráneas y datos de ejemplo.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WAL para lectura y escritura.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para venta + descuento de stock.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referencial con FK.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sobreviven al reinicio del servidor.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73152" cy="4297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10512"/>
            <a:ext cx="4937760" cy="396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datos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(id, name)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(id, name, categoryId → Category,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price, stock)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 (id, name, unit, stock)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(id, name, phone)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 (id, productId → Product, quantity,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unitPrice, total, createdAt)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FK: integridad referencial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WAL: lectura y escritura seguras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completo de una venta con control de stock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45059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 producto y cantidad en Ventas.jsx.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21992" y="22860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23160" y="16459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645920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20848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60320" y="245059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Envía POST /api/sales con productId y quantity.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96512" y="22860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16459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645920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34840" y="20848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Express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34840" y="245059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la petición y delega en SaleService.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71032" y="22860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72200" y="16459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645920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9360" y="20848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SaleService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09360" y="245059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Valida, calcula el total y abre la transacción.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45552" y="22860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046720" y="16459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645920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83880" y="20848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83880" y="245059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 la venta y actualiza el stock del producto.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20072" y="22860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921240" y="16459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21240" y="1645920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058400" y="20848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058400" y="245059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 todos los cambios o revierte si hay error.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3520440"/>
            <a:ext cx="745236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3520440"/>
            <a:ext cx="73152" cy="2331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3685032"/>
            <a:ext cx="699516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SaleService.create()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transaction(()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product = inventory.getProduct(productId);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inventory.assertAvailable(product, qty);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sale = sales.create({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productId: product.id,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quantity: qty,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unitPrice: product.price,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total: qty * product.price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inventory.applySale(product.id, qty);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sales.findById(sale.id);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0" y="35204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3520440"/>
            <a:ext cx="73152" cy="2331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3703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algo falla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03920" y="40690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transacción revierte la venta y el descuento de stock. El inventario queda intacto.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03920" y="5120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eliminar una venta, InventoryService restaura el stock.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el patrón Repository mejora 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01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rutas y los servicios no escriben SQL. Cada capa se enfoca en una tarea.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691640"/>
            <a:ext cx="73152" cy="2240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01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Testabilidad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11880" y="23317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lógica de negocio se puede probar con un repositorio falso, sin depender de SQLite.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91640"/>
            <a:ext cx="73152" cy="2240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901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de consulta afecta un solo repositorio, no a todas las rutas.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169164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691640"/>
            <a:ext cx="73152" cy="2240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901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81160" y="23317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podría cambiar SQLite por otro motor sin reescribir los servicios.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43400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526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5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“Las rutas no saben SQL; los servicios no saben HTTP.”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" y="4956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separación es la que hace que el diagrama y el código hablen el mismo idioma.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automatizadas: 14 de 14 en verde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4297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48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pasando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node:test + supertest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en memoria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23360" y="1645920"/>
            <a:ext cx="75895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645920"/>
            <a:ext cx="73152" cy="4297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8288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funcional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286000"/>
            <a:ext cx="6903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la API y ruta inexistente (404).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 de Productos, Categorías, Ingredientes y Clientes.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Ventas: cálculo del total y validación de cantidad.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Rechazo de ventas sin stock suficiente.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 de stock al registrar una venta.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Restauración de stock al eliminar una venta.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inválida sin cambios en el inventario.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de todo el stock disponible.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 →  tests 14 · pass 14 · fail 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ejecutar 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3108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Backend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9718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 http://localhost:3001/api/health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6459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645920"/>
            <a:ext cx="73152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288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Frontend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286000"/>
            <a:ext cx="29718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34290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en http://localhost:5173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164592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645920"/>
            <a:ext cx="73152" cy="3108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Pruebas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2286000"/>
            <a:ext cx="3108960" cy="6858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0" y="3246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14 · pass 14 · fail 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8348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Windows también puedes usar iniciar.bat y detener.bat. El frontend usa el proxy de Vite hacia /api.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más claro, mantenible y consistente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con propósito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0" y="2148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Interfaz, negocio, datos y persistencia separados.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200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SQL se concentra y la lógica se vuelve testeable.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4251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4251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y stock se mantienen consistentes.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22960" y="5897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EMBRIAGADOS CRUD · Arquitectura por capas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Proyecto universitario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por capas - EMBRIAGADOS CRUD</dc:title>
  <dc:subject>Arquitectura por capas - EMBRIAGADOS CRUD</dc:subject>
  <dc:creator>Joan Sebastian Mosquera Solis</dc:creator>
  <cp:lastModifiedBy>Joan Sebastian Mosquera Solis</cp:lastModifiedBy>
  <cp:revision>1</cp:revision>
  <dcterms:created xsi:type="dcterms:W3CDTF">2026-10-27T02:30:29Z</dcterms:created>
  <dcterms:modified xsi:type="dcterms:W3CDTF">2026-10-27T02:30:29Z</dcterms:modified>
</cp:coreProperties>
</file>